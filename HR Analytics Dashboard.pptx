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4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HR ANALYTICS DASHBOARD">
            <a:extLst>
              <a:ext uri="{FF2B5EF4-FFF2-40B4-BE49-F238E27FC236}">
                <a16:creationId xmlns:a16="http://schemas.microsoft.com/office/drawing/2014/main" xmlns="" id="{231665C6-B00E-4F8F-B762-81C8D223D3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thomas pc</cp:lastModifiedBy>
  <cp:revision>1</cp:revision>
  <dcterms:created xsi:type="dcterms:W3CDTF">2025-08-20T03:10:59Z</dcterms:created>
  <dcterms:modified xsi:type="dcterms:W3CDTF">2025-08-20T03:11:49Z</dcterms:modified>
</cp:coreProperties>
</file>